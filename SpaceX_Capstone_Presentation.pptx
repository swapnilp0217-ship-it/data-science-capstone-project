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SpaceX Falcon 9 First Stage Landing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Capstone Project – IBM Data Science Professional Certificate</a:t>
            </a:r>
          </a:p>
          <a:p>
            <a:r>
              <a:t>Name: Swapnil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SpaceX Falcon 9 launch data to understand factors influencing successful first-stage landings. Using data collection, EDA, SQL analysis, visualization, and machine learning, predictive models and an interactive dashboard were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rockets reduce launch costs significantly. This project explores historical SpaceX launch data to analyze trends and build predictive models for landing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SpaceX REST API</a:t>
            </a:r>
          </a:p>
          <a:p>
            <a:r>
              <a:t>• IBM-provided CSV datasets</a:t>
            </a:r>
          </a:p>
          <a:p>
            <a:r>
              <a:t>• Launch, payload, orbit, booster, and landing outcome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Cleaned missing and inconsistent values</a:t>
            </a:r>
          </a:p>
          <a:p>
            <a:r>
              <a:t>• Created binary target variable (Class)</a:t>
            </a:r>
          </a:p>
          <a:p>
            <a:r>
              <a:t>• Converted categorical variables</a:t>
            </a:r>
          </a:p>
          <a:p>
            <a:r>
              <a:t>• Selected relevant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success by site</a:t>
            </a:r>
          </a:p>
          <a:p>
            <a:r>
              <a:t>• Orbit distribution</a:t>
            </a:r>
          </a:p>
          <a:p>
            <a:r>
              <a:t>• Payload trends</a:t>
            </a:r>
          </a:p>
          <a:p>
            <a:r>
              <a:t>• SQL used for structured analytical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Bar charts for success rate by site</a:t>
            </a:r>
          </a:p>
          <a:p>
            <a:r>
              <a:t>• Scatter plots for payload vs success</a:t>
            </a:r>
          </a:p>
          <a:p>
            <a:r>
              <a:t>• Identified payload ranges with higher success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Map (Folium)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Visualized launch site locations</a:t>
            </a:r>
          </a:p>
          <a:p>
            <a:r>
              <a:t>• Marked success and failure outcomes</a:t>
            </a:r>
          </a:p>
          <a:p>
            <a:r>
              <a:t>• Identified geographic launch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 Dash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site dropdown</a:t>
            </a:r>
          </a:p>
          <a:p>
            <a:r>
              <a:t>• Success pie chart</a:t>
            </a:r>
          </a:p>
          <a:p>
            <a:r>
              <a:t>• Payload range slider</a:t>
            </a:r>
          </a:p>
          <a:p>
            <a:r>
              <a:t>• Scatter plot colored by booster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r>
              <a:t>• Logistic Regression</a:t>
            </a:r>
          </a:p>
          <a:p>
            <a:r>
              <a:t>• Support Vector Machine</a:t>
            </a:r>
          </a:p>
          <a:p>
            <a:r>
              <a:t>• Decision Tree</a:t>
            </a:r>
          </a:p>
          <a:p>
            <a:r>
              <a:t>• KNN</a:t>
            </a:r>
          </a:p>
          <a:p/>
          <a:p>
            <a:r>
              <a:t>Evaluation using accuracy and confusion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 and Logistic Regression achieved the best performance in predicting landing success.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site and payload mass strongly affect success</a:t>
            </a:r>
          </a:p>
          <a:p>
            <a:r>
              <a:t>• Reusability improves mission economics</a:t>
            </a:r>
          </a:p>
          <a:p>
            <a:r>
              <a:t>• ML models can reliably predict landing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Payload optimization improves success rate</a:t>
            </a:r>
          </a:p>
          <a:p>
            <a:r>
              <a:t>• Certain booster versions perform better</a:t>
            </a:r>
          </a:p>
          <a:p>
            <a:r>
              <a:t>• Interactive dashboards enhance decision-making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